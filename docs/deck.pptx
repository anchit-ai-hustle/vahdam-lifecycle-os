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VAHDAM INDIA · INTERNAL PLATFORM → SAAS CANDIDATE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Lifecycle OS — Smart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DD8D2"/>
                </a:solidFill>
                <a:latin typeface="Arial"/>
              </a:rPr>
              <a:t>One system that reads our data, watches every competitor, plans the next 15 days, generates every asset (mailers, Google/Meta/TikTok ads, landing pages) and talks to customers in a human voice. Humans verify; the brain executes.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39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Live at /brain · DB-linked · daily cron · phase-2 live-push excluded by design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Built on the existing shell · Supabase · 6-provider LLM cascade · ~$0 infra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Now includes the V2 Lifecycle OS layer (2026-07): Mailer Calendar, UK Non-Engagers, Social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WHY · BANDWIDTH &amp; RESOURCE UTILISATION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The marketing team's week, before and after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1945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BF5EA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BF5EA"/>
                          </a:solidFill>
                          <a:latin typeface="Arial"/>
                        </a:rPr>
                        <a:t>Manual today</a:t>
                      </a:r>
                    </a:p>
                  </a:txBody>
                  <a:tcPr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BF5EA"/>
                          </a:solidFill>
                          <a:latin typeface="Arial"/>
                        </a:rPr>
                        <a:t>With Smart Brain</a:t>
                      </a:r>
                    </a:p>
                  </a:txBody>
                  <a:tcPr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BF5EA"/>
                          </a:solidFill>
                          <a:latin typeface="Arial"/>
                        </a:rPr>
                        <a:t>Saved</a:t>
                      </a:r>
                    </a:p>
                  </a:txBody>
                  <a:tcPr>
                    <a:solidFill>
                      <a:srgbClr val="004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Performance digging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~6 h/wk in sheets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Daily auto-analysis + chat console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~5.5 h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Calendar planning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~4 h/wk, gut-driven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15-day rolling, self-reviewing daily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~3.5 h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Mailer + ad + LP creation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~2 days per set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Full funnel in &lt;60s, on-brand by construction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~85%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Competitor monitoring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Ad-hoc inbox digging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Continuous isolated stream + signals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~2 h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Customer education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Headcount-limited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Voice agents 24x7, every market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scale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WHAT IT IS · MODULE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Six modules, clean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1 · Knowledge Base — creative-level index of what worked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2 · Analysis Engine — thresholds, cohorts, daily sync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3 · Competitor Stream — isolated; advisory signals only (never qualifies our winners)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4 · Calendar Intelligence — 15-day rolling, festival-aware, self-reviewing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5 · Generation Engine — mailers, Google/Meta/TikTok ads, landing pages as platform-ready objects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6 · Human Review — every campaign verified at launch; hard weekly recalibration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FLOWS · THE OPERATING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Daily is automated. Weekly is human.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Daily 03:30 UTC cron, no humans: re-extract festivals &amp; peaks from history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Full re-analysis vs the DB — never follow the calendar blindly, update it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Apply human feedback, swap weak angles, extend the 15-day horizon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Fold MVT winners into learned weights + competitor signals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Generate complete asset sets for approved slots due within 3 days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HUMAN GATE: approve → final; reject → reasons feed back. Recalibration &gt;7 days old hard-blocks auto-approval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FEATURE · THE LLM-STYLE CONSOLE (CHAIGPT)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Operate it like ChatGPT, grounded in live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Claude-style chat that plans multi-step work and calls real tools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Collapsible tool trace: every call, its args, and results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Evidence contract: quote exact tool-sourced figures, name the metric + expected impact, state a hypothesis, quote competitor benchmarks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Works across the entire 6-provider waterfall including free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FEATURE · CALENDAR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A 15-day plan that argues for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Each slot: date × market × cohort (live size) × channel × theme/angle × hero product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Every entry carries a rationale and a confidence score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Festival-weighted and send-time tuned; MVT loop records per-variant outcomes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Daily review narrates what changed and why (angle swaps, skips from your feedback)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FEATURE · GENERATION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One approval → a complete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Approved slot (cohort + angle + theme) fans out to creative, landing, follow-up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HTML mailer (brand-locked: palette · Lao MN · banned-phrase scrub)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Google RSA · Meta · TikTok copy + baked-text creatives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Two landing pages (for the mailer and for the ads) hosted at /lp/:id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Audience specs (retargeting 14d, lookalike 1-3%) — stored as platform-ready JSON; phase-2 push needs zero refactor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FEATURE · VOICE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Telecalling held ROAS 3.5-4. This reproduces it at ~$0.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Value justification is conversational: duration, benefits, per-cup math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Brand / product / collection agents — voice in, voice out, honest by design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One script tag on Shopify routes to the right specialist; mailers &amp; LPs deep-link to /agent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Knowledge = catalog slice + scraped official product pages + brand KB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TRUST · ACCURACY CRITERIA &amp;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How we know it's right — and how it improves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1945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BF5EA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BF5EA"/>
                          </a:solidFill>
                          <a:latin typeface="Arial"/>
                        </a:rPr>
                        <a:t>Acceptance criteria (launch)</a:t>
                      </a:r>
                    </a:p>
                  </a:txBody>
                  <a:tcPr>
                    <a:solidFill>
                      <a:srgbClr val="004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BF5EA"/>
                          </a:solidFill>
                          <a:latin typeface="Arial"/>
                        </a:rPr>
                        <a:t>Improvement loop</a:t>
                      </a:r>
                    </a:p>
                  </a:txBody>
                  <a:tcPr>
                    <a:solidFill>
                      <a:srgbClr val="004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Analysis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Scores reproducible from raw metrics; pass-rate 20-60%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Weekly recalibration adjusts thresholds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Calendar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≥80% of tentative slots approved without edits by wk 2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Rejections suppress angles; MVT winners boost weights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Assets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100% brand-compliant by code; ≥70% approved w/o edits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Rejection notes fed into next prompt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Voice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0 medical claims · 0 banned phrases · ≥85% resolution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Persona + knowledge updates from transcript audit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Daily cron ≥99%; recalibration never &gt;7d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DD8D2"/>
                          </a:solidFill>
                          <a:latin typeface="Arial"/>
                        </a:rPr>
                        <a:t>Confidence relaxes review load only on proof</a:t>
                      </a:r>
                    </a:p>
                  </a:txBody>
                  <a:tcPr>
                    <a:solidFill>
                      <a:srgbClr val="0F1D1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IMPACT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What we expect it to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Bandwidth: about −70% production hours per campaign set (team shifts to verification + strategy)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Send-to-plan latency: 15 days → daily, re-validated every morning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Creative win-rate: +20-30% (only threshold-passing angles seed new campaigns; MVT compounds)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Education channel ROAS: ~3.5x via voice agents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Cost: ~$0 (free-tier DB + existing Vercel + free LLM tiers); Risk: gated (human-verified, weekly recalibration)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GO-LIVE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From today to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Week 0 (done): Smart Brain live at /brain; cron + review queue + agents ready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Week 1: point the linked DB at real Shopify/Klaviyo/ads exports; harden RLS; first recalibration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Week 2-3: shadow mode — brain plans &amp; generates, team ships manually; tune thresholds weekly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Week 4+: phase 2 — Klaviyo + ad-platform push on stored objects; performance flows back; loop closed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WHERE THIS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VAHDAM first. SaaS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Nothing in the brain is VAHDAM-specific by code — brand kit, thresholds, catalog, agents are DB rows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Multi-tenancy is one linked DB per brand away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Wedge: D2C brands with scattered history, no analyst bandwidth, a price-justification problem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Pricing instinct: per-brand platform fee + per-generated-campaign / per-agent-conversation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WHAT'S NEW · V1 → V2 (2026-07)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The current-state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V1/V2 taxonomy adopted (2026-07-03): V1 = legacy base; V2 = Lifecycle OS additions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V2: cohort Mailer Calendar, UK Non-Engagers hub, tier-routed cascades + video-core, Social Media OS, retention/influencer KB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Access: the demo/mock gate was removed — every signed-in user gets full live access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Design: UI locked to a single forest-green theme (dark/dusk/light switcher removed)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Ops: domain + OAuth migration tooling (migrate-domains / migrate-oauth) keeps Google sign-in working on new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B8743"/>
                </a:solidFill>
                <a:latin typeface="Arial"/>
              </a:rPr>
              <a:t>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BF5EA"/>
                </a:solidFill>
                <a:latin typeface="Georgia"/>
              </a:rPr>
              <a:t>See it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Console: /brain     ·     Operator: /chaigpt     ·     Buyer agent: /agent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This deck: /deck     ·     PRD: /prd-deck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BF5EA"/>
                </a:solidFill>
                <a:latin typeface="Arial"/>
              </a:rPr>
              <a:t>•  Everything on the brand's forest-green canvas, gold + cream type, Lao MN / Proxima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B8743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