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</c:v>
                </c:pt>
              </c:strCache>
            </c:strRef>
          </c:tx>
          <c:spPr>
            <a:solidFill>
              <a:srgbClr val="004A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4A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May</c:v>
                  </c:pt>
                  <c:pt idx="1">
                    <c:v>June</c:v>
                  </c:pt>
                  <c:pt idx="2">
                    <c:v>Jul (to 20)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3608.06</c:v>
                </c:pt>
                <c:pt idx="1">
                  <c:v>18778.01</c:v>
                </c:pt>
                <c:pt idx="2">
                  <c:v>23484.54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4A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BF5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 Campaigns Master Knowledge Base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7947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C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VAHDAM USA - Target + Costco  |  Compiled 25 July 2026 from the complete KT handover + live platform reads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8C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product: vahdam-lifecycle-os.anchit-tandon.com/ads-master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548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600" kern="0" dirty="0">
                <a:solidFill>
                  <a:srgbClr val="AB87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VAHDAM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3657600"/>
            <a:ext cx="2011680" cy="27432"/>
          </a:xfrm>
          <a:prstGeom prst="rect">
            <a:avLst/>
          </a:prstGeom>
          <a:solidFill>
            <a:srgbClr val="AB874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5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- ZERO FABRICATION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knowledge base is built from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thread: UGC Dashboard Automation (Jul 14-16) - Aviral, Samvita, Anchit, Vinya. The automated creator-performance dashboard.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thread: Dark Stories Ads for Costco Launch (Jul 11-17) - dark posts to the Indian diaspora in the US.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thread: Data Request (Jul 15-24) - the consultant (Megan) repository; Kritagya named go-forward source for all ad-campaign information.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Workbook: Ad Spends May - 20th July (Meta + TikTok) - 125 Meta ad rows across 13 campaigns, plus monthly spend.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Deck: Social Update USA - 17th July 2026 (28 slides) - organic, influencer, UGC and retention-funnel data.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connector reads on 25 Jul 2026: Snowflake (warehouse tables + freshness), Supabase (schema), Klaviyo (account), Google Drive (link resolution).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figure cites a KT file or a live read. Links that could not be resolved are marked pending-access - never invented.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5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ACCOUNT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Paid spend - May to 20 July 2026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548890" cy="1417320"/>
          </a:xfrm>
          <a:prstGeom prst="roundRect">
            <a:avLst>
              <a:gd name="adj" fmla="val 5161"/>
            </a:avLst>
          </a:prstGeom>
          <a:solidFill>
            <a:srgbClr val="FBF5EA"/>
          </a:solidFill>
          <a:ln w="9525">
            <a:solidFill>
              <a:srgbClr val="CBB9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47088"/>
            <a:ext cx="22745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A5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PAID SPEND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77240" y="2157984"/>
            <a:ext cx="22745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$45,871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2706624"/>
            <a:ext cx="22745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1 - Jul 20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17570" y="1737360"/>
            <a:ext cx="2548890" cy="1417320"/>
          </a:xfrm>
          <a:prstGeom prst="roundRect">
            <a:avLst>
              <a:gd name="adj" fmla="val 5161"/>
            </a:avLst>
          </a:prstGeom>
          <a:solidFill>
            <a:srgbClr val="FBF5EA"/>
          </a:solidFill>
          <a:ln w="9525">
            <a:solidFill>
              <a:srgbClr val="CBB9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54730" y="1847088"/>
            <a:ext cx="22745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A5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554730" y="2157984"/>
            <a:ext cx="22745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$41,516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554730" y="2706624"/>
            <a:ext cx="22745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 ads - 13 campaigns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95060" y="1737360"/>
            <a:ext cx="2548890" cy="1417320"/>
          </a:xfrm>
          <a:prstGeom prst="roundRect">
            <a:avLst>
              <a:gd name="adj" fmla="val 5161"/>
            </a:avLst>
          </a:prstGeom>
          <a:solidFill>
            <a:srgbClr val="FBF5EA"/>
          </a:solidFill>
          <a:ln w="9525">
            <a:solidFill>
              <a:srgbClr val="CBB9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847088"/>
            <a:ext cx="22745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A5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32220" y="2157984"/>
            <a:ext cx="22745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$4,355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332220" y="2706624"/>
            <a:ext cx="22745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only in tracker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972550" y="1737360"/>
            <a:ext cx="2548890" cy="1417320"/>
          </a:xfrm>
          <a:prstGeom prst="roundRect">
            <a:avLst>
              <a:gd name="adj" fmla="val 5161"/>
            </a:avLst>
          </a:prstGeom>
          <a:solidFill>
            <a:srgbClr val="FBF5EA"/>
          </a:solidFill>
          <a:ln w="9525">
            <a:solidFill>
              <a:srgbClr val="CBB9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9710" y="1847088"/>
            <a:ext cx="22745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A5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OBJECTIVE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09710" y="2157984"/>
            <a:ext cx="22745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$29,114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109710" y="2706624"/>
            <a:ext cx="22745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 ads - 36,376 initiate-checkouts</a:t>
            </a:r>
            <a:endParaRPr lang="en-US" sz="9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474720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554480"/>
                <a:gridCol w="1554480"/>
                <a:gridCol w="14630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TikTok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2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 2026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$3,608.06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$3,608.06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June 2026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$18,778.01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$14,422.93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$4,355.08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July 2026 (till 20th)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$23,484.54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$23,484.54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Chart 0" descr=""/>
          <p:cNvGraphicFramePr/>
          <p:nvPr/>
        </p:nvGraphicFramePr>
        <p:xfrm>
          <a:off x="7863840" y="3291840"/>
          <a:ext cx="36576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8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5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TikTok reads $0.00 in the tracker while Meta ran $23,485 - confirm paused vs unreported.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5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- 125 ADS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money goes - objective mix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1813560"/>
                <a:gridCol w="1813560"/>
                <a:gridCol w="1813560"/>
                <a:gridCol w="1813560"/>
                <a:gridCol w="1813560"/>
                <a:gridCol w="1813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Objective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/ result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$29,113.85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4.75%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$0.29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Traffic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$8,946.82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4.02%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Awareness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$3,344.45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$2.61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Engagement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$110.46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0.24%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$11.05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3977640"/>
            <a:ext cx="108813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carries the account: $29,114 at a blended $0.86 per initiate-checkout.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is efficient: $8,947 at $0.19 blended per link click; the JoinBrands UGC ad set clears $0.07.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 is the drag: $3,344 for CTR 0.08% at $2.15 CPC - every worst-10 ad is an Awareness/unscored social ad.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was a one-off 4th July giveaway test ($110).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5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20 JULY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Campaign rollup - all 13 Meta campaigns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88136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914400"/>
                <a:gridCol w="1371600"/>
                <a:gridCol w="1097280"/>
                <a:gridCol w="1097280"/>
                <a:gridCol w="1280160"/>
              </a:tblGrid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Campaign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Cost/res.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2B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- In-house - Sales PageDeck Campaign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$19,436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4.85%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$0.27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UGC Videos-Target-Sales-PageDeck-Scored-CTA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$7,638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4.39%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$0.36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$1.01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Traffic_Target_Statics_US_Coffee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Traff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$4,309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5.08%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TARGET_AC_CLICK_CAMP_02 (Traffic - Link Click…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Traff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$3,326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1.76%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$0.22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$0.22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TARGET_Awareness_CAMP01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Aware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$2,502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0.08%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$2.15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Target-Influencer-Link Click-Page Deck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$1,528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5.21%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$0.32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$0.73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UGC Target JoinBrands - Traffic Campaign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Traff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$1,311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12.18%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Social Media - Target Awareness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Aware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$677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0.03%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$8.68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Sales Campaign - Statics Ads - 23 Jun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$511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4.33%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$0.21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$0.21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Trendyfavefinds - Target Awareness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Aware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0.05%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$4.02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Giveaway - Target - Engagement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Engag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0.24%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$11.05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Giveaway - Target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Aware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0.06%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$2.98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Awareness campaign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Aware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5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FROM THE KT WORKBOOK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Benchmarks - judge every new ad against these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1280160"/>
                <a:gridCol w="1280160"/>
                <a:gridCol w="3200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per key result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 - in-house statics (Target In-house Sales PageDeck)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4.85%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$0.27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$0.8 / initiate checkout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 - scored UGC videos (JoinBrands creators)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4.39%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$0.36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$1.01 / initiate checkout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 - influencer whitelisted (Page Deck)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5.21%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$0.32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$0.73 / initiate checkout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Traffic - statics (broad USA + store pincodes)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5.08%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$0.13 / link click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Traffic - JoinBrands UGC (40+ US)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12.18%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$0.07 / link click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Awareness campaigns (all)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0.08%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$2.15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$1.86 CPM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Video thumb-stop (winners)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0.45-0.68 thumb-stop ratio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120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 creator cost per reach: $0.04-0.05 (Apr-Jul). Video winners hold 0.45-0.68 thumb-stop.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55778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5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 warning: CTR 0.03-0.10% and CPC $2-11 across all awareness ad sets - reallocate to Sales/Traffic structures that already clear the $0.80 bench.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5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&gt;= $100, RANKED BY EFFICIENCY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Scaled winners - what to spend more on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81360" cy="914400"/>
        </p:xfrm>
        <a:graphic>
          <a:graphicData uri="http://schemas.openxmlformats.org/drawingml/2006/table">
            <a:tbl>
              <a:tblPr/>
              <a:tblGrid>
                <a:gridCol w="6035040"/>
                <a:gridCol w="1280160"/>
                <a:gridCol w="1097280"/>
                <a:gridCol w="1097280"/>
                <a:gridCol w="137160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Cost/result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2B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JB-UGC-4-irish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$792.5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16.37%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4th July - Target - Engagement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$110.46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0.24%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$10.04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Coffee gut loves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$3,055.57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5.56%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Your caffeine crash fixed2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$234.09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5.57%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3_20May_From Morning Puffiness to Morning Confidenc…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$803.91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5.04%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JB-UGC-1-Ingas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$508.78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5.42%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1-sales- glp1 no thanks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$419.45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5.07%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Traffic ad memorial day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$132.82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$0.21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$0.21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892040"/>
            <a:ext cx="10881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Angles that scale: menopause weight (goodbye menopausal weight gain - $2,960 at $0.62/IC), cortisol-calm for women 50+ ($2,111 at $0.81), GLP-1 alternative ($1,446 at $0.67), toned-arms transformation ($2,010 at $0.80).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JB-UGC-4-irish is the cheapest click in the account: 16.4% CTR, $0.05 CPC, 0.676 thumb-stop.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5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&gt;= $100, WORST COST-PER-RESULT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not working - stop or fix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81360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3291840"/>
                <a:gridCol w="1188720"/>
                <a:gridCol w="1005840"/>
                <a:gridCol w="100584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 set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2B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Sweatfitness - NN at 50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Social Media Content - May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$482.31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0.03%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$9.1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Awareness ad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AS01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$365.16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Awareness Ad - trendyfavefinds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Awareness Ad Set - trendy…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$156.77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0.05%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$4.02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Awareness ad â€“ 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AS02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$1,346.6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0.08%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$2.21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Awareness ad - 4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AS04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$282.27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0.03%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$7.84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Awareness ad -6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AS03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$157.22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0.04%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$4.37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31UGC-Targetshelf-CTA-graci.barros.ugc "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Target-Targetpage-Influencer-…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$123.82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$0.54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18UGC-Taste-CTA-malkomes1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3UGC Videos-Taste-Scored-CTA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$108.66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$0.63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84632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ten are Awareness or unscored social-content ads: CTR 0.03-0.10%, CPC $2.10-$9.10.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Awareness campaign family alone burned about $2,700 at 2.4-3.3x the Sales cost-per-result.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Data-grounded recommendation: pause the awareness structures; route reach goals through cheap Traffic (statics at $0.13/click, JoinBrands UGC at $0.07/click).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5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SOCIAL UPDATE DECK + WORKBOOK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Creative playbook - what the data says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" cy="960120"/>
          </a:xfrm>
          <a:prstGeom prst="rect">
            <a:avLst/>
          </a:prstGeom>
          <a:solidFill>
            <a:srgbClr val="AB874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4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Identity-first hooks win  </a:t>
            </a:r>
            <a:pPr indent="0" marL="0">
              <a:buNone/>
            </a:pPr>
            <a:r>
              <a:rPr lang="en-US" sz="12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UGC scripts open with identity - I am a mom, I am 76, I am an herbalist, I shop at Target - then follow: Identity, relatable routine or problem, curiosity, product reveal, one meaningful transformation, proof (taste or science), simple CTA.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54864" cy="960120"/>
          </a:xfrm>
          <a:prstGeom prst="rect">
            <a:avLst/>
          </a:prstGeom>
          <a:solidFill>
            <a:srgbClr val="AB874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8346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4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curiosity beats withholding  </a:t>
            </a:r>
            <a:pPr indent="0" marL="0">
              <a:buNone/>
            </a:pPr>
            <a:r>
              <a:rPr lang="en-US" sz="12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Rydel July (coffee popsicle, relatable premise) reached 100.5K vs June mystery hook 73.7K, a 36 pct reach lift; skip rate improved even though the product appeared later.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977640"/>
            <a:ext cx="54864" cy="960120"/>
          </a:xfrm>
          <a:prstGeom prst="rect">
            <a:avLst/>
          </a:prstGeom>
          <a:solidFill>
            <a:srgbClr val="AB8743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9776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4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organic retention modes  </a:t>
            </a:r>
            <a:pPr indent="0" marL="0">
              <a:buNone/>
            </a:pPr>
            <a:r>
              <a:rPr lang="en-US" sz="12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Comedy earns retention (Maryandbri), authentic messengers lower skip (Nadja, 34 pct skip), educational content wins saves and shares (Jess, herbalist authority + cortisol science).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5120640"/>
            <a:ext cx="54864" cy="960120"/>
          </a:xfrm>
          <a:prstGeom prst="rect">
            <a:avLst/>
          </a:prstGeom>
          <a:solidFill>
            <a:srgbClr val="AB8743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1206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4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fixed the funnel in June  </a:t>
            </a:r>
            <a:pPr indent="0" marL="0">
              <a:buNone/>
            </a:pPr>
            <a:r>
              <a:rPr lang="en-US" sz="12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rate fell 57.5 to 45.3 pct May to June; 57 pct passed the hook vs 38; high-intent 75 pct-watched views rose 53 pct (32K to 49K); cost per reach improved $0.065 to $0.057. Only about 6 pct of views reach 75 pct of the video.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5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TOP-PERFORMING CREATOR SCRIPTS, DECODED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UGC script formula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481328" cy="868680"/>
          </a:xfrm>
          <a:prstGeom prst="roundRect">
            <a:avLst>
              <a:gd name="adj" fmla="val 6316"/>
            </a:avLst>
          </a:prstGeom>
          <a:solidFill>
            <a:srgbClr val="004A2B"/>
          </a:solidFill>
          <a:ln w="9525">
            <a:solidFill>
              <a:srgbClr val="CBB9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14813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BF5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194560" y="1828800"/>
            <a:ext cx="1481328" cy="868680"/>
          </a:xfrm>
          <a:prstGeom prst="roundRect">
            <a:avLst>
              <a:gd name="adj" fmla="val 6316"/>
            </a:avLst>
          </a:prstGeom>
          <a:solidFill>
            <a:srgbClr val="FBF5EA"/>
          </a:solidFill>
          <a:ln w="9525">
            <a:solidFill>
              <a:srgbClr val="CBB9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1828800"/>
            <a:ext cx="14813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4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Routine / problem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749040" y="1828800"/>
            <a:ext cx="1481328" cy="868680"/>
          </a:xfrm>
          <a:prstGeom prst="roundRect">
            <a:avLst>
              <a:gd name="adj" fmla="val 6316"/>
            </a:avLst>
          </a:prstGeom>
          <a:solidFill>
            <a:srgbClr val="FBF5EA"/>
          </a:solidFill>
          <a:ln w="9525">
            <a:solidFill>
              <a:srgbClr val="CBB9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1828800"/>
            <a:ext cx="14813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4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Curiosity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303520" y="1828800"/>
            <a:ext cx="1481328" cy="868680"/>
          </a:xfrm>
          <a:prstGeom prst="roundRect">
            <a:avLst>
              <a:gd name="adj" fmla="val 6316"/>
            </a:avLst>
          </a:prstGeom>
          <a:solidFill>
            <a:srgbClr val="FBF5EA"/>
          </a:solidFill>
          <a:ln w="9525">
            <a:solidFill>
              <a:srgbClr val="CBB9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0" y="1828800"/>
            <a:ext cx="14813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4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reveal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0" y="1828800"/>
            <a:ext cx="1481328" cy="868680"/>
          </a:xfrm>
          <a:prstGeom prst="roundRect">
            <a:avLst>
              <a:gd name="adj" fmla="val 6316"/>
            </a:avLst>
          </a:prstGeom>
          <a:solidFill>
            <a:srgbClr val="FBF5EA"/>
          </a:solidFill>
          <a:ln w="9525">
            <a:solidFill>
              <a:srgbClr val="CBB9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1828800"/>
            <a:ext cx="14813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4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transformation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412480" y="1828800"/>
            <a:ext cx="1481328" cy="868680"/>
          </a:xfrm>
          <a:prstGeom prst="roundRect">
            <a:avLst>
              <a:gd name="adj" fmla="val 6316"/>
            </a:avLst>
          </a:prstGeom>
          <a:solidFill>
            <a:srgbClr val="FBF5EA"/>
          </a:solidFill>
          <a:ln w="9525">
            <a:solidFill>
              <a:srgbClr val="CBB9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1828800"/>
            <a:ext cx="14813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4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966960" y="1828800"/>
            <a:ext cx="1481328" cy="868680"/>
          </a:xfrm>
          <a:prstGeom prst="roundRect">
            <a:avLst>
              <a:gd name="adj" fmla="val 6316"/>
            </a:avLst>
          </a:prstGeom>
          <a:solidFill>
            <a:srgbClr val="FBF5EA"/>
          </a:solidFill>
          <a:ln w="9525">
            <a:solidFill>
              <a:srgbClr val="CBB9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6960" y="1828800"/>
            <a:ext cx="14813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4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CTA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3108960"/>
            <a:ext cx="108813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Openers that worked in June: I am a mom - I am 76 - I am an herbalist - I shop at Target.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Reframes that carry the middle: hot summer to easy drink everyone enjoys; supplements separately to everything in one cup; normal coffee to functional coffee; wired to calm energy.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beats claims: KSM-66 ashwagandha studied to lower cortisol up to 28% (creator script), taste test reveals, Target shelf discovery.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appearing later is fine when the hook is specific - Rydel July put the reveal later and still cut skip rate.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5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UPDATE DECK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Organic performance - April to 17 July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993392" cy="1417320"/>
          </a:xfrm>
          <a:prstGeom prst="roundRect">
            <a:avLst>
              <a:gd name="adj" fmla="val 5161"/>
            </a:avLst>
          </a:prstGeom>
          <a:solidFill>
            <a:srgbClr val="FBF5EA"/>
          </a:solidFill>
          <a:ln w="9525">
            <a:solidFill>
              <a:srgbClr val="CBB9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47088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A5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VIEWS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77240" y="2157984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3.59M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2706624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- Jul 17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862072" y="1737360"/>
            <a:ext cx="1993392" cy="1417320"/>
          </a:xfrm>
          <a:prstGeom prst="roundRect">
            <a:avLst>
              <a:gd name="adj" fmla="val 5161"/>
            </a:avLst>
          </a:prstGeom>
          <a:solidFill>
            <a:srgbClr val="FBF5EA"/>
          </a:solidFill>
          <a:ln w="9525">
            <a:solidFill>
              <a:srgbClr val="CBB9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9232" y="1847088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A5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REACH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99232" y="2157984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1.58M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999232" y="2706624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84064" y="1737360"/>
            <a:ext cx="1993392" cy="1417320"/>
          </a:xfrm>
          <a:prstGeom prst="roundRect">
            <a:avLst>
              <a:gd name="adj" fmla="val 5161"/>
            </a:avLst>
          </a:prstGeom>
          <a:solidFill>
            <a:srgbClr val="FBF5EA"/>
          </a:solidFill>
          <a:ln w="9525">
            <a:solidFill>
              <a:srgbClr val="CBB9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1847088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A5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INFLUENCERS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221224" y="2157984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221224" y="2706624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$107,648 - 62 live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06056" y="1737360"/>
            <a:ext cx="1993392" cy="1417320"/>
          </a:xfrm>
          <a:prstGeom prst="roundRect">
            <a:avLst>
              <a:gd name="adj" fmla="val 5161"/>
            </a:avLst>
          </a:prstGeom>
          <a:solidFill>
            <a:srgbClr val="FBF5EA"/>
          </a:solidFill>
          <a:ln w="9525">
            <a:solidFill>
              <a:srgbClr val="CBB9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43216" y="1847088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A5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UGC VIDEOS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443216" y="2157984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367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443216" y="2706624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$43,308 (parked for 400)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528048" y="1737360"/>
            <a:ext cx="1993392" cy="1417320"/>
          </a:xfrm>
          <a:prstGeom prst="roundRect">
            <a:avLst>
              <a:gd name="adj" fmla="val 5161"/>
            </a:avLst>
          </a:prstGeom>
          <a:solidFill>
            <a:srgbClr val="FBF5EA"/>
          </a:solidFill>
          <a:ln w="9525">
            <a:solidFill>
              <a:srgbClr val="CBB9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65208" y="1847088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A5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COST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665208" y="2157984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$150,956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665208" y="2706624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utilized $69,948</a:t>
            </a:r>
            <a:endParaRPr lang="en-US" sz="9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520440"/>
          <a:ext cx="10881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554480"/>
                <a:gridCol w="1554480"/>
                <a:gridCol w="1554480"/>
                <a:gridCol w="1554480"/>
                <a:gridCol w="1554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Views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IG reach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TikTok reach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Infl. cost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1,151,051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655,370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534,920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108,112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$34,783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2,142,324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775,130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518,951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242,912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$28,865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July (to 17th)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293,177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153,529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134,729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13,484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$44,000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was the peak month (2.14M views at $0.04 CPR). July is tracking low - 293K views by the 17th.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5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JUNE WON: THE HOOK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Instagram retention funnel - May vs June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74980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impressions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509K (287K reach)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844K (352K reach)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Passed the hook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191K - 38 pct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484K - 57 pct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 the product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211K - 42 pct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288K - 34 pct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+ 5 secs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74K - 14 pct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140K - 17 pct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Watched 75 pct+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32K - 6 pct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49K - 6 pct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412480" y="1783080"/>
            <a:ext cx="31089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rate 57.5% to 45.3%.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Passed the hook: 38% to 57%.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High-intent (75%+ watched) views +53%: 32K to 49K.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reach $0.065 to $0.057.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~6% of views ever reach 75% of the video - the hook is where the war is won.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5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JOINBRANDS + INFLUENCERS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creators and the UGC engine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81360" cy="914400"/>
        </p:xfrm>
        <a:graphic>
          <a:graphicData uri="http://schemas.openxmlformats.org/drawingml/2006/table">
            <a:tbl>
              <a:tblPr/>
              <a:tblGrid>
                <a:gridCol w="1813560"/>
                <a:gridCol w="1813560"/>
                <a:gridCol w="1813560"/>
                <a:gridCol w="1813560"/>
                <a:gridCol w="1813560"/>
                <a:gridCol w="18135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Followers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Skip rate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Post-reveal retention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Rydelfunk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56.9%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Jess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945K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Nadja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531K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Maryandbri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23.7K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34.5%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794760"/>
          <a:ext cx="585216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6459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June UGC bucket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pieces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2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shelf showdown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Cortisol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 40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Gummies vs coffee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Taste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Countering mushroom-coffee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(TikTok 70 / IG 60 / YT 6)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766560" y="379476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300+ UGC pieces produced every month; JoinBrands creator and content approvals reviewed daily.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line-up: 10 influencers + 500 UGC creators (5 BAU, 2 KOL/doctor, 2 Target pages).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Costco Bay Area: 12 influencers (10 Costco pages + 2 Bay Area) + 100 UGC.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Quoted reel costs: $12,000 (2 reels), $3,500, $3,500, $3,000, $2,500.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5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- BUILT BY AVIRAL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Runbook: the automated UGC creator dashboard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skill builds the full creator-performance sheet (columns A to AN) as a live snapshot: JoinBrands posts (IG Reels + TikTok) + Meta and TikTok ad spend + organic scores + ad-recommendation logic, output to Excel.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Prerequisite 1 - run the skill; no manual steps in between.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Prerequisite 2 - keep the Video ID to Ad ID mapping sheet current. Meta/TikTok ad tables do not store the source video ID; without the mapping, spend/CTR/CPC cannot be attributed to a creator. This is the one ongoing manual task.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Prerequisite 3 - Snowflake connected per user before running: Meta from VAHDAM_DB.MAPLEMONK, TikTok from DATON.RAW.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 - Chrome connector signed into JoinBrands and Instagram for the organic pull.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Owners: automation Aviral - ads next step Samvita + Anchit - output validation Vinya.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5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- INDIAN DIASPORA 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Runbook: Costco dark-post launch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Creatives: 6 Story ads + 6 Carousel ads (dark posts), plus Indian Diaspora Ad-1.mp4 and Ad-2.mp4. Static buckets: Value Pack, Summer Drink, Social Proof, Indian Diaspora, Benefit-Led.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page: Instacart PDP (product 80435594).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Objective: Traffic - link clicks. Daily budget $100.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when the thread closed: exact targeting parameters; whether a Conversion objective should replace link clicks.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Founder-ads RCA: folder shared without founder ads - closed with an email to Bala stating the date founder ads were received (Kalpesh, Jul 17).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Owners: creatives Sudhanshu - Meta account access Aman - execution Anchit + Samvita.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5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- REPOSITORY FOR MEGAN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consultant data request - and who owns ads now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Kritagya Prakash is the go-forward source for ALL ad-campaign information (Samvita, Jul 24).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Delivered: Target Paid Ads deck (Meta + TikTok performance, creative insights, winning messaging), Meta Ad Reports (till-date, May, June, July-to-15th), TikTok June report, day-wise Target ads update, Aisle/Ibotta/Roundel exports, social calendar, trackers, scripts, content libraries.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1 - Spins coffee seasonality: only 52-week combined data exists today; month-wise split requested (Tushar).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2 - August demo slots: 50 shared demos funded by the brand marketing budget (Ishita).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3 - Ibotta: evaluate on-platform media + target functional-coffee and Goli/ashwagandha redeemers.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4 - USA DTC tea-consumer email announcing the coffee launch and Target placement.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5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EVERY NUMBER LIVES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data sources - live-verified 25 July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737360"/>
                <a:gridCol w="75895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Facts that matter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2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Snowflake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META_USA_ADS_INSIGHTS 129,741 rows, fresh to 25 Jul; TikTok DATON.RAW daily reports; Google ad-group report 91,135 rows (app default fixed)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Supabase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vahdam-lifecycle-os - 57 tables; campaign system live; 2 RLS advisories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Klaviyo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connected (UK)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 UZL5NY VAHDAM UK - USA account still needed for the coffee-launch email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Shopify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storefront only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 connector not authorized; US/UK/Global public storefronts + built catalogs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Vercel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vahdam-lifecycle-os.anchit-tandon.com - dashboard is static JSON, no new function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GitHub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anchit-ai-hustle/vahdam-lifecycle-os - KB + dashboard shipped via PR 284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5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 CATALOGUED LINKS AT /ADS-MASTER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Single-click access - the link registry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 the product: vahdam-lifecycle-os.anchit-tandon.com/ads-master - Knowledge Base tab. Filter by group, status, owner; every entry has an Open button.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Drive-verified: Target Paid Ads Update deck (Samvita), VAHDAM_UGC_Master_v6, Costco US Ads creative folder, creator fallback CSV.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Email-verbatim: UGC dashboard output snapshot, Video-to-Ad mapping sheet, Instacart Costco LP, consultant data-request doc, Snowflake console + native Streamlit ads dashboard.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Social deck: 11 example UGC posts across the six content buckets (TikTok + Instagram).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documents are named in the mails but not link-shared with this account (Meta Ad Reports, social calendar, scripts, trackers, Aisle/Ibotta/Roundel exports) - each is listed as pending-access with its owner. No URL was invented.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5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THESE TO MAKE THE KB COMPLETE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Gaps and actions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960120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2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Snowflake credentials (username + password) were shared in plain text in the UGC Dashboard Automation email thread - rotate that password and move to per-user access.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July TikTok spend reads $0.00 in the KT workbook while Meta ran $23,484 - confirm whether TikTok was paused in July or simply unreported.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Several documents referenced in the Data Request thread are hyperlinks whose URLs are not resolvable from this account (Meta Ad Report May/June/July, TikTok Ad Report June, Day-wise update, social calendar, scripts, trackers, Aisle/Ibotta/Roundel exports). They are catalogued below with owner and status pending-access.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ads_generated / landing_pages_generated mirror tables not present in the live Supabase schema - the Brain approval mirror needs its migration applied.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Klaviyo connection is the UK account; USA DTC coffee-launch email needs the USA account (or KLAVIYO_API_KEY in Vercel).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Spins coffee seasonality: only 52-week combined data exists; month-wise split requested (Tushar).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Supabase advisor: RLS disabled on ci_user_subscriptions and ci_notification_log.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B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4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BF5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record. Many views.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7947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C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KB JSON (data/ads/master-kb.json) is canonical - the dashboard, this deck and the docs all render from it.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8C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KT files extend the JSON; everything downstream updates with it.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5120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B87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/ads-master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 Campaigns Master Knowledge Base - VAHDAM USA</dc:title>
  <dc:subject>PptxGenJS Presentation</dc:subject>
  <dc:creator>VAHDAM Growth</dc:creator>
  <cp:lastModifiedBy>VAHDAM Growth</cp:lastModifiedBy>
  <cp:revision>1</cp:revision>
  <dcterms:created xsi:type="dcterms:W3CDTF">2026-07-25T21:13:47Z</dcterms:created>
  <dcterms:modified xsi:type="dcterms:W3CDTF">2026-07-25T21:13:47Z</dcterms:modified>
</cp:coreProperties>
</file>